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1A3A2E"/>
                </a:solidFill>
              </a:rPr>
              <a:t>ROTA 技术线进度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单目演示 · 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A3A2E"/>
                </a:solidFill>
              </a:rPr>
              <a:t>两条线在并行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单目线（现在在推）：一条视频 → 2D → 约束 3D → 网页能看。T014 侧拍已跑通。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多机线（金标准）：三机标定 + 同步 → 三角化。T012 音频同步失败，等视觉标定出 cameras.yaml。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老师要的 monocular 先走单目；多机出来再用来验单目靠不靠谱。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A2E"/>
                </a:solidFill>
              </a:rPr>
              <a:t>单目 pipeline（就这一条链）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22222"/>
                </a:solidFill>
                <a:latin typeface="PingFang SC"/>
              </a:defRPr>
            </a:pPr>
            <a:r>
              <a:t>视频 MP4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PingFang SC"/>
              </a:defRPr>
            </a:pPr>
            <a:r>
              <a:t>  → 抽帧（10 fps）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PingFang SC"/>
              </a:defRPr>
            </a:pPr>
            <a:r>
              <a:t>  → Sapiens2：2D 关键点，锁运动员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PingFang SC"/>
              </a:defRPr>
            </a:pPr>
            <a:r>
              <a:t>  → MotionBERT：给一个深度初值（弱，不直接展示）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PingFang SC"/>
              </a:defRPr>
            </a:pPr>
            <a:r>
              <a:t>  → 标 5 个车点：定车体坐标（后花鼓→前花鼓 = +X）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PingFang SC"/>
              </a:defRPr>
            </a:pPr>
            <a:r>
              <a:t>  → bike_geometry v5：骑姿硬约束 + 踏频驱动</a:t>
            </a:r>
          </a:p>
          <a:p>
            <a:pPr>
              <a:spcAft>
                <a:spcPts val="600"/>
              </a:spcAft>
              <a:defRPr sz="2000">
                <a:solidFill>
                  <a:srgbClr val="222222"/>
                </a:solidFill>
                <a:latin typeface="PingFang SC"/>
              </a:defRPr>
            </a:pPr>
            <a:r>
              <a:t>  → joints_constrained.json → ROTA 网页 3D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A3A2E"/>
                </a:solidFill>
              </a:rPr>
              <a:t>3D 里什么是视频给的 / 什么是模型补的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来自视频</a:t>
            </a:r>
          </a:p>
          <a:p>
            <a:pPr>
              <a:spcAft>
                <a:spcPts val="1000"/>
              </a:spcAft>
              <a:defRPr sz="2000"/>
            </a:pPr>
            <a:r>
              <a:t>· 2D 关节位置（Sapiens）</a:t>
            </a:r>
          </a:p>
          <a:p>
            <a:pPr>
              <a:spcAft>
                <a:spcPts val="1000"/>
              </a:spcAft>
              <a:defRPr sz="2000"/>
            </a:pPr>
            <a:r>
              <a:t>· 踏频 / 曲柄相位（脚踝轨迹）</a:t>
            </a:r>
          </a:p>
          <a:p>
            <a:pPr>
              <a:spcAft>
                <a:spcPts val="1000"/>
              </a:spcAft>
              <a:defRPr sz="2000"/>
            </a:pPr>
            <a:r>
              <a:t>· 可见侧肩髋的一点抖动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不来自视频</a:t>
            </a:r>
          </a:p>
          <a:p>
            <a:pPr>
              <a:spcAft>
                <a:spcPts val="1000"/>
              </a:spcAft>
              <a:defRPr sz="2000"/>
            </a:pPr>
            <a:r>
              <a:t>· 左膝左肘（右侧机位看不见）</a:t>
            </a:r>
          </a:p>
          <a:p>
            <a:pPr>
              <a:spcAft>
                <a:spcPts val="1000"/>
              </a:spcAft>
              <a:defRPr sz="2000"/>
            </a:pPr>
            <a:r>
              <a:t>· 车架真实尺寸（用标准公路车模板）</a:t>
            </a:r>
          </a:p>
          <a:p>
            <a:pPr>
              <a:spcAft>
                <a:spcPts val="1000"/>
              </a:spcAft>
              <a:defRPr sz="2000"/>
            </a:pPr>
            <a:r>
              <a:t>· 坐鞍、扶把、反相脚踏（硬约束）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半合成</a:t>
            </a:r>
          </a:p>
          <a:p>
            <a:pPr>
              <a:spcAft>
                <a:spcPts val="1000"/>
              </a:spcAft>
              <a:defRPr sz="2000"/>
            </a:pPr>
            <a:r>
              <a:t>· 躯干左右晃：跟踏频同步，</a:t>
            </a:r>
          </a:p>
          <a:p>
            <a:pPr>
              <a:spcAft>
                <a:spcPts val="1000"/>
              </a:spcAft>
              <a:defRPr sz="2000"/>
            </a:pPr>
            <a:r>
              <a:t>  幅度一部分按骑行常识加</a:t>
            </a:r>
          </a:p>
          <a:p>
            <a:pPr>
              <a:spcAft>
                <a:spcPts val="1000"/>
              </a:spcAft>
              <a:defRPr sz="2000"/>
            </a:pPr>
            <a:r>
              <a:t>· MotionBERT 只贡献深度比例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一句话</a:t>
            </a:r>
          </a:p>
          <a:p>
            <a:pPr>
              <a:spcAft>
                <a:spcPts val="1000"/>
              </a:spcAft>
              <a:defRPr sz="2000"/>
            </a:pPr>
            <a:r>
              <a:t>不是多目重建；是</a:t>
            </a:r>
          </a:p>
          <a:p>
            <a:pPr>
              <a:spcAft>
                <a:spcPts val="1000"/>
              </a:spcAft>
              <a:defRPr sz="2000"/>
            </a:pPr>
            <a:r>
              <a:t>「2D + 人会怎么骑车」</a:t>
            </a:r>
          </a:p>
          <a:p>
            <a:pPr>
              <a:spcAft>
                <a:spcPts val="1000"/>
              </a:spcAft>
              <a:defRPr sz="2000"/>
            </a:pPr>
            <a:r>
              <a:t>的可视化。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A3A2E"/>
                </a:solidFill>
              </a:rPr>
              <a:t>bike_geometry 在干什么（核心模块）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手锁把套、脚锁踏板、左右脚踏差 180°，人坐鞍上——自行车当闭链机构解。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膝、肘：两连杆 IK；右侧机位时左肢锁 +Z，不跟被压扁的 2D 走。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v5 改动：肩髋按 sin(曲柄角) 左右晃 + 少量 2D 残差；蒙皮换 cyclist.glb。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求解器：cycling_hard_kinematics_v5_upper_sway</a:t>
            </a:r>
          </a:p>
          <a:p>
            <a:pPr>
              <a:spcBef>
                <a:spcPts val="1600"/>
              </a:spcBef>
              <a:defRPr sz="1700">
                <a:solidFill>
                  <a:srgbClr val="555555"/>
                </a:solidFill>
              </a:defRPr>
            </a:pPr>
            <a:r>
              <a:t>T014：80 帧 · ~105 rpm · 重投影 ~189 px（说明没贴回原图，别当测量）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A3A2E"/>
                </a:solidFill>
              </a:rPr>
              <a:t>现在能演示什么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ROTA 网页：左原视频、右 3D，时间轴同步，可标 5 车点重算。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公网：…seetacloud.com:8443/app（实例要开机）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离线：T014 有 side_by_side_2d_3d.mp4、joints_constrained.json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A3A2E"/>
                </a:solidFill>
              </a:rPr>
              <a:t>还没接上的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上传新视频 → 自动跑 Sapiens/MotionBERT：API 还是占位，换片要离线重跑脚本。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多机：T012 棋盘格标定 → cameras.yaml → T011 最小三角化验证。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apps/rota/ 大块代码未 commit。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000" b="1">
                <a:solidFill>
                  <a:srgbClr val="1A3A2E"/>
                </a:solidFill>
              </a:rPr>
              <a:t>下一步（按优先级）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1. /api/jobs 接真实批处理（上传就能跑）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2. T012 视觉标定，出 cameras.yaml</a:t>
            </a:r>
          </a:p>
          <a:p>
            <a:pPr>
              <a:spcAft>
                <a:spcPts val="1200"/>
              </a:spcAft>
              <a:defRPr sz="2200">
                <a:solidFill>
                  <a:srgbClr val="222222"/>
                </a:solidFill>
              </a:defRPr>
            </a:pPr>
            <a:r>
              <a:t>3. 同一 Trial 上单目 vs 多机比膝角/踏频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可现场开 /app 演示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